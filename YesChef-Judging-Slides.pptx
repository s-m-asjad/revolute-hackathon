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C0D0"/>
                </a:solidFill>
                <a:latin typeface="Calibri"/>
              </a:rPr>
              <a:t>REVOLUTE 2026  ·  FABLAB KENDALL  ·  PHYSICAL AI / COOKING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YesChef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D21E"/>
                </a:solidFill>
                <a:latin typeface="Calibri"/>
              </a:rPr>
              <a:t>"Hey chef, make me a sandwich" — then it actually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0D0"/>
                </a:solidFill>
                <a:latin typeface="Calibri"/>
              </a:rPr>
              <a:t>Voice-controlled sandwich assembly on a reBot arm: natural-language orders (including "no tomato / hold the cheese"), vision checks of what's on the table, and soft-ingredient stacking with a compliant TPU gripper.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3611880" cy="32461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3611880" cy="91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  <a:latin typeface="Calibri"/>
              </a:rPr>
              <a:t>01  CREATIVITY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canonical hard joke — built for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D0"/>
                </a:solidFill>
                <a:latin typeface="Calibri"/>
              </a:rPr>
              <a:t>Sandwich assembly = NL understanding + perception + soft-object manipulation. Customizable orders in plain English; stack order preserved exactly as spoken.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834640"/>
            <a:ext cx="3611880" cy="32461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834640"/>
            <a:ext cx="3611880" cy="91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0632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  <a:latin typeface="Calibri"/>
              </a:rPr>
              <a:t>02  EDIBILITY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Real food, real station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02336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D0"/>
                </a:solidFill>
                <a:latin typeface="Calibri"/>
              </a:rPr>
              <a:t>Bread, tomato, cucumber, cheese, lettuce. Custom containers stage each item predictably. Compliant gripper conforms instead of crushing. Goal: somewhat edible, every run.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2834640"/>
            <a:ext cx="3611880" cy="32461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834640"/>
            <a:ext cx="3611880" cy="91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0632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  <a:latin typeface="Calibri"/>
              </a:rPr>
              <a:t>03  CHEF'S TAKE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4290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Product, not a lab toy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02336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D0"/>
                </a:solidFill>
                <a:latin typeface="Calibri"/>
              </a:rPr>
              <a:t>Guest walks up -&gt; speaks -&gt; robot serves. Kill-switch ladder: full auto -&gt; vision report-only -&gt; trajectory playback -&gt; live teleop so the deli never goes down.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0D0"/>
                </a:solidFill>
                <a:latin typeface="Calibri"/>
              </a:rPr>
              <a:t>Judging · Product / Taste  30 pts  (Creativity · Edibility · Chef's opinion)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21E"/>
                </a:solidFill>
                <a:latin typeface="Calibri"/>
              </a:rPr>
              <a:t>TECHNICAL DIFFICULTY  ·  30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On-device Physical AI — free models, real motors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194560" cy="21031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99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99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Wake + STT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0D0"/>
                </a:solidFill>
                <a:latin typeface="Calibri"/>
              </a:rPr>
              <a:t>Hey chef
Whisper tiny.en
(local, free)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234440"/>
            <a:ext cx="2194560" cy="21031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60" y="13716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399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399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920240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0D0"/>
                </a:solidFill>
                <a:latin typeface="Calibri"/>
              </a:rPr>
              <a:t>Qwen2.5 3B
Ollama · Jetson
sandwich?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234440"/>
            <a:ext cx="2194560" cy="21031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12080" y="13716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1399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1399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Parse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920240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0D0"/>
                </a:solidFill>
                <a:latin typeface="Calibri"/>
              </a:rPr>
              <a:t>Text matcher
preserves sequence
not LLM reorder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234440"/>
            <a:ext cx="2194560" cy="21031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43800" y="13716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1399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1399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Vision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1920240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0D0"/>
                </a:solidFill>
                <a:latin typeface="Calibri"/>
              </a:rPr>
              <a:t>Qwen2.5-VL 3B
label-aware check
what's present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38359" y="1234440"/>
            <a:ext cx="2194560" cy="21031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75519" y="13716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19" y="1399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6999" y="1399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Assemble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1920240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0D0"/>
                </a:solidFill>
                <a:latin typeface="Calibri"/>
              </a:rPr>
              <a:t>Per-ingredient
trajectories
bread -&gt; stack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566160"/>
            <a:ext cx="3703320" cy="292608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3566160"/>
            <a:ext cx="91440" cy="2926080"/>
          </a:xfrm>
          <a:prstGeom prst="rect">
            <a:avLst/>
          </a:prstGeom>
          <a:solidFill>
            <a:srgbClr val="FFD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703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21E"/>
                </a:solidFill>
                <a:latin typeface="Calibri"/>
              </a:rPr>
              <a:t>AMBITION 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1148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Full voice -&gt; vision -&gt; motion loop on Jetson + reBot B601-RS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SocketCAN + leader teleop + 60 Hz skill library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3D-printed compliant TPU gripper for soft food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Zero paid APIs — Whisper + Ollama CUDA on-device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566160"/>
            <a:ext cx="3703320" cy="292608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566160"/>
            <a:ext cx="91440" cy="29260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703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21E"/>
                </a:solidFill>
                <a:latin typeface="Calibri"/>
              </a:rPr>
              <a:t>ACCURACY 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1148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Order-preserving ingredient parser (sequence matters)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Vision prefers text labels over visual guesses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Per-item trajectories: bread, tomato, cheese, cucumber, lettuce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Custom containers -&gt; consistent grasp presentation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3566160"/>
            <a:ext cx="3703320" cy="292608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79" y="3566160"/>
            <a:ext cx="91440" cy="2926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9" y="3703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21E"/>
                </a:solidFill>
                <a:latin typeface="Calibri"/>
              </a:rPr>
              <a:t>CONSISTENCY 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9" y="41148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Hardware fixes: unwrap patch, wrist stops, gripper scale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VRAM: unload text model before VL; merged vision call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Trajectory tuning until layers land without drops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8C0D0"/>
                </a:solidFill>
                <a:latin typeface="Calibri"/>
              </a:rPr>
              <a:t>•  Teleop fallback if any stage flakes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DOCUMENTATION  ·  40 pts   +   LIVE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we ship for judges — and why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669280" cy="41148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560"/>
                </a:solidFill>
                <a:latin typeface="Calibri"/>
              </a:rPr>
              <a:t>DOCUMENTATION COMPLETENESS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86868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288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08483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0D0"/>
                </a:solidFill>
                <a:latin typeface="Calibri"/>
              </a:rPr>
              <a:t>Versioned code + website-style README, voice_agent/, trajectories/, commands.txt runbook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51760"/>
            <a:ext cx="86868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51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907791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0D0"/>
                </a:solidFill>
                <a:latin typeface="Calibri"/>
              </a:rPr>
              <a:t>Science-fair table: speak order -&gt; vision beat -&gt; stack -&gt; Order up! + teleop handoff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74720"/>
            <a:ext cx="86868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4747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Demo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307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0D0"/>
                </a:solidFill>
                <a:latin typeface="Calibri"/>
              </a:rPr>
              <a:t>1-min hero + gallery slots in video/ for Devpost / Hackster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297680"/>
            <a:ext cx="86868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2976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PPT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55371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0D0"/>
                </a:solidFill>
                <a:latin typeface="Calibri"/>
              </a:rPr>
              <a:t>This deck — solution narrative mapped to the scoring rubric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188720"/>
            <a:ext cx="5349240" cy="246888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21E"/>
                </a:solidFill>
                <a:latin typeface="Calibri"/>
              </a:rPr>
              <a:t>PROUD 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7830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B8C0D0"/>
                </a:solidFill>
                <a:latin typeface="Calibri"/>
              </a:rPr>
              <a:t>•  End-to-end voice -&gt; sandwich by the deadline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B8C0D0"/>
                </a:solidFill>
                <a:latin typeface="Calibri"/>
              </a:rPr>
              <a:t>•  Layers landing cleanly — no drops after grasp tuning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B8C0D0"/>
                </a:solidFill>
                <a:latin typeface="Calibri"/>
              </a:rPr>
              <a:t>•  All free / self-hosted models (no cloud STT bill)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B8C0D0"/>
                </a:solidFill>
                <a:latin typeface="Calibri"/>
              </a:rPr>
              <a:t>•  Hardware honesty: unwrap patch, stops, VRAM unload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840480"/>
            <a:ext cx="5349240" cy="14630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9776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Calibri"/>
              </a:rPr>
              <a:t>SCORE MAP  ·  100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D0"/>
                </a:solidFill>
                <a:latin typeface="Calibri"/>
              </a:rPr>
              <a:t>40 Documentation  ·  30 Technical (ambition / accuracy / consistency)  ·  30 Product &amp; Taste (creativity / edibility / chef)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32120"/>
            <a:ext cx="11247120" cy="10058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21E"/>
                </a:solidFill>
                <a:latin typeface="Calibri"/>
              </a:rPr>
              <a:t>WHAT'S 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D0"/>
                </a:solidFill>
                <a:latin typeface="Calibri"/>
              </a:rPr>
              <a:t>Dynamic ingredient localization · layer-success feedback · learned policies beyond fixed trajectories · same voice-&gt;perception-&gt;manipulation loop for any assembly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